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8" r:id="rId2"/>
    <p:sldId id="260" r:id="rId3"/>
    <p:sldId id="262" r:id="rId4"/>
    <p:sldId id="265" r:id="rId5"/>
    <p:sldId id="261" r:id="rId6"/>
    <p:sldId id="263" r:id="rId7"/>
    <p:sldId id="266" r:id="rId8"/>
    <p:sldId id="257" r:id="rId9"/>
    <p:sldId id="264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" roundtripDataSignature="AMtx7mgi1ldOjg5YoNm5PjkxPIaaphVa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238717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0556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44291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17457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0" name="Google Shape;10;p9" descr="Graphical user interface, tex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04276" y="5057992"/>
            <a:ext cx="3495344" cy="1822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/>
          <p:nvPr/>
        </p:nvSpPr>
        <p:spPr>
          <a:xfrm>
            <a:off x="-7620" y="-7144"/>
            <a:ext cx="12207240" cy="343662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299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19" name="Google Shape;19;p12" descr="Graphical user interface, tex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04276" y="5057992"/>
            <a:ext cx="3495344" cy="1822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3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/>
          <p:nvPr/>
        </p:nvSpPr>
        <p:spPr>
          <a:xfrm>
            <a:off x="-7620" y="3429000"/>
            <a:ext cx="12207240" cy="343754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t="-15843" b="-15843"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"/>
          <p:cNvSpPr txBox="1"/>
          <p:nvPr/>
        </p:nvSpPr>
        <p:spPr>
          <a:xfrm>
            <a:off x="0" y="865188"/>
            <a:ext cx="12192000" cy="1949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ctr">
              <a:lnSpc>
                <a:spcPct val="90000"/>
              </a:lnSpc>
              <a:buClr>
                <a:schemeClr val="lt2"/>
              </a:buClr>
              <a:buSzPts val="3600"/>
            </a:pPr>
            <a:r>
              <a:rPr lang="en-ZA" sz="3600" b="1" dirty="0">
                <a:solidFill>
                  <a:schemeClr val="lt1"/>
                </a:solidFill>
              </a:rPr>
              <a:t>COS711 Assignment 3</a:t>
            </a:r>
            <a:br>
              <a:rPr lang="en-US" sz="3600" b="1" dirty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3600" b="1" dirty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600" dirty="0">
                <a:solidFill>
                  <a:schemeClr val="lt1"/>
                </a:solidFill>
              </a:rPr>
              <a:t>[Names + Student Numbers of all team members]</a:t>
            </a:r>
            <a:endParaRPr lang="en-US" sz="3600" dirty="0"/>
          </a:p>
          <a:p>
            <a:pPr lvl="0" algn="ctr">
              <a:lnSpc>
                <a:spcPct val="90000"/>
              </a:lnSpc>
              <a:buClr>
                <a:schemeClr val="lt2"/>
              </a:buClr>
              <a:buSzPts val="3600"/>
            </a:pPr>
            <a:endParaRPr sz="3600" b="1" dirty="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" name="Google Shape;42;p3" descr="Graphical user interface,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04276" y="5057992"/>
            <a:ext cx="3495344" cy="1822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ZA" dirty="0"/>
              <a:t>Data Preparation</a:t>
            </a:r>
            <a:endParaRPr dirty="0"/>
          </a:p>
        </p:txBody>
      </p:sp>
      <p:sp>
        <p:nvSpPr>
          <p:cNvPr id="55" name="Google Shape;5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en-ZA" dirty="0"/>
              <a:t>Discuss all data preparation steps taken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Bullets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Bullets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Bullets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Bullets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Bullets</a:t>
            </a:r>
            <a:endParaRPr dirty="0"/>
          </a:p>
          <a:p>
            <a:pPr marL="3429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A26E8-4077-40B8-8FED-AF2529FEC85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Z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ZA" dirty="0"/>
              <a:t>Experimental Setup</a:t>
            </a:r>
            <a:endParaRPr dirty="0"/>
          </a:p>
        </p:txBody>
      </p:sp>
      <p:sp>
        <p:nvSpPr>
          <p:cNvPr id="62" name="Google Shape;62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en-ZA" dirty="0"/>
              <a:t>Briefly discuss all libraries and tools that you have used. What hardware did you use to run experiments?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Bullets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Bullets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Bullets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Bullets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Bullets</a:t>
            </a:r>
            <a:endParaRPr dirty="0"/>
          </a:p>
          <a:p>
            <a:pPr marL="3429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89600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ZA" dirty="0"/>
              <a:t>Methodology</a:t>
            </a:r>
            <a:endParaRPr dirty="0"/>
          </a:p>
        </p:txBody>
      </p:sp>
      <p:sp>
        <p:nvSpPr>
          <p:cNvPr id="62" name="Google Shape;62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</a:pPr>
            <a:r>
              <a:rPr lang="en-ZA" dirty="0"/>
              <a:t>Clearly specify how you have formulated the problem, and what sub-problems were addressed in your project.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Bullets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Bullets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Bullets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Bullets</a:t>
            </a:r>
            <a:endParaRPr dirty="0"/>
          </a:p>
          <a:p>
            <a:pPr marL="3429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81154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ZA" dirty="0"/>
              <a:t>Results: Classification</a:t>
            </a:r>
            <a:endParaRPr dirty="0"/>
          </a:p>
        </p:txBody>
      </p:sp>
      <p:sp>
        <p:nvSpPr>
          <p:cNvPr id="62" name="Google Shape;62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</a:pPr>
            <a:r>
              <a:rPr lang="en-ZA" dirty="0"/>
              <a:t>How well did your classifier do on the various classes? Were some classes handled better than others?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Bullets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Bullets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Bullets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Bullets</a:t>
            </a:r>
            <a:endParaRPr dirty="0"/>
          </a:p>
          <a:p>
            <a:pPr marL="3429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ZA" dirty="0"/>
              <a:t>Results: Classification Enhancement</a:t>
            </a:r>
            <a:endParaRPr dirty="0"/>
          </a:p>
        </p:txBody>
      </p:sp>
      <p:sp>
        <p:nvSpPr>
          <p:cNvPr id="62" name="Google Shape;62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</a:pPr>
            <a:r>
              <a:rPr lang="en-ZA" dirty="0"/>
              <a:t>How did pseudo-labelling and other methods applied affect the labelling?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Bullets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Bullets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Bullets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Bullets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dirty="0"/>
              <a:t>Bullets</a:t>
            </a:r>
            <a:endParaRPr dirty="0"/>
          </a:p>
          <a:p>
            <a:pPr marL="342900" lvl="0" indent="-190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10015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4FF180E-CAC9-46FF-9FF5-5C652BE357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	Show a sample of previously unlabelled images together with the labels assigned by your model, and discuss if the labels seem viable.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E3793-DE6F-4F93-AB21-DEE19482E45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EDB828-BA66-41B9-85F2-9CC264408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Qualitative Analysis: </a:t>
            </a:r>
            <a:br>
              <a:rPr lang="en-ZA" dirty="0"/>
            </a:br>
            <a:r>
              <a:rPr lang="en-ZA" dirty="0"/>
              <a:t>Automatically Labelled Sample</a:t>
            </a:r>
          </a:p>
        </p:txBody>
      </p:sp>
    </p:spTree>
    <p:extLst>
      <p:ext uri="{BB962C8B-B14F-4D97-AF65-F5344CB8AC3E}">
        <p14:creationId xmlns:p14="http://schemas.microsoft.com/office/powerpoint/2010/main" val="3629897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6995160" y="-7620"/>
            <a:ext cx="5204460" cy="687449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48936" r="-48938"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 txBox="1">
            <a:spLocks noGrp="1"/>
          </p:cNvSpPr>
          <p:nvPr>
            <p:ph type="title"/>
          </p:nvPr>
        </p:nvSpPr>
        <p:spPr>
          <a:xfrm>
            <a:off x="403860" y="365125"/>
            <a:ext cx="635508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ZA" dirty="0"/>
              <a:t>Conclusions</a:t>
            </a:r>
            <a:endParaRPr dirty="0"/>
          </a:p>
        </p:txBody>
      </p:sp>
      <p:sp>
        <p:nvSpPr>
          <p:cNvPr id="34" name="Google Shape;34;p2"/>
          <p:cNvSpPr txBox="1">
            <a:spLocks noGrp="1"/>
          </p:cNvSpPr>
          <p:nvPr>
            <p:ph type="body" idx="1"/>
          </p:nvPr>
        </p:nvSpPr>
        <p:spPr>
          <a:xfrm>
            <a:off x="403860" y="1825625"/>
            <a:ext cx="635508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ZA" dirty="0"/>
              <a:t>Very general conclusions about the assignment that you have done. </a:t>
            </a:r>
          </a:p>
          <a:p>
            <a:pPr marL="342900" lvl="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ZA" dirty="0"/>
          </a:p>
          <a:p>
            <a:pPr marL="342900" lvl="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ZA" dirty="0"/>
              <a:t>This section ``answers'' the questions and issues that you have raised and investigated. </a:t>
            </a:r>
          </a:p>
          <a:p>
            <a:pPr marL="342900" lvl="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ZA" dirty="0"/>
          </a:p>
          <a:p>
            <a:pPr marL="342900" lvl="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ZA" dirty="0"/>
              <a:t>This section is, in general, a summary of what you have done, what the results were, and finally what you concluded from these results</a:t>
            </a:r>
            <a:endParaRPr dirty="0"/>
          </a:p>
        </p:txBody>
      </p:sp>
      <p:pic>
        <p:nvPicPr>
          <p:cNvPr id="35" name="Google Shape;35;p2" descr="Graphical user interface,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04276" y="5057992"/>
            <a:ext cx="3495344" cy="1822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6995160" y="-7620"/>
            <a:ext cx="5204460" cy="687449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48936" r="-48938"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 txBox="1">
            <a:spLocks noGrp="1"/>
          </p:cNvSpPr>
          <p:nvPr>
            <p:ph type="title"/>
          </p:nvPr>
        </p:nvSpPr>
        <p:spPr>
          <a:xfrm>
            <a:off x="403860" y="365125"/>
            <a:ext cx="635508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ZA" dirty="0"/>
              <a:t>Bibliography</a:t>
            </a:r>
            <a:endParaRPr dirty="0"/>
          </a:p>
        </p:txBody>
      </p:sp>
      <p:sp>
        <p:nvSpPr>
          <p:cNvPr id="34" name="Google Shape;34;p2"/>
          <p:cNvSpPr txBox="1">
            <a:spLocks noGrp="1"/>
          </p:cNvSpPr>
          <p:nvPr>
            <p:ph type="body" idx="1"/>
          </p:nvPr>
        </p:nvSpPr>
        <p:spPr>
          <a:xfrm>
            <a:off x="403860" y="1825625"/>
            <a:ext cx="635508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ZA" dirty="0"/>
              <a:t>Paper 1</a:t>
            </a:r>
          </a:p>
          <a:p>
            <a:pPr marL="342900" lvl="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ZA" dirty="0"/>
              <a:t>Paper 2</a:t>
            </a:r>
          </a:p>
          <a:p>
            <a:pPr marL="342900" lvl="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ZA" dirty="0"/>
              <a:t>Website 3</a:t>
            </a:r>
            <a:endParaRPr dirty="0"/>
          </a:p>
        </p:txBody>
      </p:sp>
      <p:pic>
        <p:nvPicPr>
          <p:cNvPr id="35" name="Google Shape;35;p2" descr="Graphical user interface,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04276" y="5057992"/>
            <a:ext cx="3495344" cy="18220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04198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6">
      <a:dk1>
        <a:srgbClr val="000000"/>
      </a:dk1>
      <a:lt1>
        <a:srgbClr val="FFFFFF"/>
      </a:lt1>
      <a:dk2>
        <a:srgbClr val="005BAA"/>
      </a:dk2>
      <a:lt2>
        <a:srgbClr val="FFFFFF"/>
      </a:lt2>
      <a:accent1>
        <a:srgbClr val="005BAA"/>
      </a:accent1>
      <a:accent2>
        <a:srgbClr val="D71C33"/>
      </a:accent2>
      <a:accent3>
        <a:srgbClr val="C48B3B"/>
      </a:accent3>
      <a:accent4>
        <a:srgbClr val="5C5C61"/>
      </a:accent4>
      <a:accent5>
        <a:srgbClr val="A19C9B"/>
      </a:accent5>
      <a:accent6>
        <a:srgbClr val="D7D2D1"/>
      </a:accent6>
      <a:hlink>
        <a:srgbClr val="005BAA"/>
      </a:hlink>
      <a:folHlink>
        <a:srgbClr val="D71C3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219</Words>
  <Application>Microsoft Office PowerPoint</Application>
  <PresentationFormat>Widescreen</PresentationFormat>
  <Paragraphs>46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Data Preparation</vt:lpstr>
      <vt:lpstr>Experimental Setup</vt:lpstr>
      <vt:lpstr>Methodology</vt:lpstr>
      <vt:lpstr>Results: Classification</vt:lpstr>
      <vt:lpstr>Results: Classification Enhancement</vt:lpstr>
      <vt:lpstr>Qualitative Analysis:  Automatically Labelled Sample</vt:lpstr>
      <vt:lpstr>Conclusions</vt:lpstr>
      <vt:lpstr>Bibliography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Carissa Botha</dc:creator>
  <cp:lastModifiedBy>Dr. AS Bosman</cp:lastModifiedBy>
  <cp:revision>7</cp:revision>
  <dcterms:created xsi:type="dcterms:W3CDTF">2022-03-28T12:27:33Z</dcterms:created>
  <dcterms:modified xsi:type="dcterms:W3CDTF">2025-10-08T11:50:56Z</dcterms:modified>
</cp:coreProperties>
</file>